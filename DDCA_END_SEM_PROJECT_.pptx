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01322-651E-438D-8211-959188E30B81}" v="2" dt="2026-10-15T07:09:43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IKA YASAM" userId="88acf09c33f80ab1" providerId="LiveId" clId="{0BDD0CBA-4DD1-48B6-8FC6-09AF059E1554}"/>
    <pc:docChg chg="custSel modSld">
      <pc:chgData name="GEETHIKA YASAM" userId="88acf09c33f80ab1" providerId="LiveId" clId="{0BDD0CBA-4DD1-48B6-8FC6-09AF059E1554}" dt="2026-10-15T07:11:42.520" v="234" actId="14100"/>
      <pc:docMkLst>
        <pc:docMk/>
      </pc:docMkLst>
      <pc:sldChg chg="delSp modSp mod">
        <pc:chgData name="GEETHIKA YASAM" userId="88acf09c33f80ab1" providerId="LiveId" clId="{0BDD0CBA-4DD1-48B6-8FC6-09AF059E1554}" dt="2026-10-14T17:49:21.155" v="55" actId="1076"/>
        <pc:sldMkLst>
          <pc:docMk/>
          <pc:sldMk cId="0" sldId="256"/>
        </pc:sldMkLst>
        <pc:spChg chg="mod">
          <ac:chgData name="GEETHIKA YASAM" userId="88acf09c33f80ab1" providerId="LiveId" clId="{0BDD0CBA-4DD1-48B6-8FC6-09AF059E1554}" dt="2026-10-14T17:48:40.690" v="29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GEETHIKA YASAM" userId="88acf09c33f80ab1" providerId="LiveId" clId="{0BDD0CBA-4DD1-48B6-8FC6-09AF059E1554}" dt="2026-10-14T17:49:21.155" v="55" actId="1076"/>
          <ac:spMkLst>
            <pc:docMk/>
            <pc:sldMk cId="0" sldId="256"/>
            <ac:spMk id="16" creationId="{00000000-0000-0000-0000-000000000000}"/>
          </ac:spMkLst>
        </pc:spChg>
        <pc:spChg chg="del mod">
          <ac:chgData name="GEETHIKA YASAM" userId="88acf09c33f80ab1" providerId="LiveId" clId="{0BDD0CBA-4DD1-48B6-8FC6-09AF059E1554}" dt="2026-10-14T17:48:37.551" v="28"/>
          <ac:spMkLst>
            <pc:docMk/>
            <pc:sldMk cId="0" sldId="256"/>
            <ac:spMk id="17" creationId="{00000000-0000-0000-0000-000000000000}"/>
          </ac:spMkLst>
        </pc:spChg>
      </pc:sldChg>
      <pc:sldChg chg="addSp modSp mod">
        <pc:chgData name="GEETHIKA YASAM" userId="88acf09c33f80ab1" providerId="LiveId" clId="{0BDD0CBA-4DD1-48B6-8FC6-09AF059E1554}" dt="2026-10-15T07:10:12.377" v="227" actId="14100"/>
        <pc:sldMkLst>
          <pc:docMk/>
          <pc:sldMk cId="0" sldId="259"/>
        </pc:sldMkLst>
        <pc:spChg chg="mod">
          <ac:chgData name="GEETHIKA YASAM" userId="88acf09c33f80ab1" providerId="LiveId" clId="{0BDD0CBA-4DD1-48B6-8FC6-09AF059E1554}" dt="2026-10-15T07:08:58.946" v="222" actId="20577"/>
          <ac:spMkLst>
            <pc:docMk/>
            <pc:sldMk cId="0" sldId="259"/>
            <ac:spMk id="22" creationId="{00000000-0000-0000-0000-000000000000}"/>
          </ac:spMkLst>
        </pc:spChg>
        <pc:picChg chg="add mod">
          <ac:chgData name="GEETHIKA YASAM" userId="88acf09c33f80ab1" providerId="LiveId" clId="{0BDD0CBA-4DD1-48B6-8FC6-09AF059E1554}" dt="2026-10-15T07:10:12.377" v="227" actId="14100"/>
          <ac:picMkLst>
            <pc:docMk/>
            <pc:sldMk cId="0" sldId="259"/>
            <ac:picMk id="27" creationId="{2A1DE717-CEB8-3443-1DCA-7B0B231449A7}"/>
          </ac:picMkLst>
        </pc:picChg>
      </pc:sldChg>
      <pc:sldChg chg="addSp delSp modSp mod">
        <pc:chgData name="GEETHIKA YASAM" userId="88acf09c33f80ab1" providerId="LiveId" clId="{0BDD0CBA-4DD1-48B6-8FC6-09AF059E1554}" dt="2026-10-15T07:11:42.520" v="234" actId="14100"/>
        <pc:sldMkLst>
          <pc:docMk/>
          <pc:sldMk cId="0" sldId="260"/>
        </pc:sldMkLst>
        <pc:spChg chg="del mod">
          <ac:chgData name="GEETHIKA YASAM" userId="88acf09c33f80ab1" providerId="LiveId" clId="{0BDD0CBA-4DD1-48B6-8FC6-09AF059E1554}" dt="2026-10-15T07:11:34.782" v="230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GEETHIKA YASAM" userId="88acf09c33f80ab1" providerId="LiveId" clId="{0BDD0CBA-4DD1-48B6-8FC6-09AF059E1554}" dt="2026-10-15T07:11:33.454" v="229" actId="478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GEETHIKA YASAM" userId="88acf09c33f80ab1" providerId="LiveId" clId="{0BDD0CBA-4DD1-48B6-8FC6-09AF059E1554}" dt="2026-10-15T07:08:44.934" v="146"/>
          <ac:spMkLst>
            <pc:docMk/>
            <pc:sldMk cId="0" sldId="260"/>
            <ac:spMk id="14" creationId="{00000000-0000-0000-0000-000000000000}"/>
          </ac:spMkLst>
        </pc:spChg>
        <pc:picChg chg="add mod">
          <ac:chgData name="GEETHIKA YASAM" userId="88acf09c33f80ab1" providerId="LiveId" clId="{0BDD0CBA-4DD1-48B6-8FC6-09AF059E1554}" dt="2026-10-15T07:11:42.520" v="234" actId="14100"/>
          <ac:picMkLst>
            <pc:docMk/>
            <pc:sldMk cId="0" sldId="260"/>
            <ac:picMk id="15" creationId="{445E0680-7F17-BE53-2596-66B4FD8453A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457200"/>
            <a:ext cx="3840480" cy="3840480"/>
          </a:xfrm>
          <a:prstGeom prst="ellipse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95560" y="1051560"/>
            <a:ext cx="1097280" cy="1097280"/>
          </a:xfrm>
          <a:prstGeom prst="ellipse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731520"/>
            <a:ext cx="109728" cy="1005840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713232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F4B53E"/>
                </a:solidFill>
                <a:latin typeface="Aptos"/>
              </a:rPr>
              <a:t>FINAL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325880"/>
            <a:ext cx="786384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Smart Water Tank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7863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BEDCE6"/>
                </a:solidFill>
                <a:latin typeface="Aptos"/>
              </a:rPr>
              <a:t>Overflow Protection &amp; Pump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52928"/>
            <a:ext cx="6858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Using digital logic for automated water-level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971800"/>
            <a:ext cx="1965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85048" y="3977639"/>
            <a:ext cx="1746504" cy="1069848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85048" y="3794760"/>
            <a:ext cx="1746504" cy="182880"/>
          </a:xfrm>
          <a:prstGeom prst="rect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79408" y="5166360"/>
            <a:ext cx="548640" cy="365760"/>
          </a:xfrm>
          <a:prstGeom prst="rect">
            <a:avLst/>
          </a:prstGeom>
          <a:solidFill>
            <a:srgbClr val="D5E4EA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32520" y="5522976"/>
            <a:ext cx="1051560" cy="109728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879848"/>
            <a:ext cx="6400800" cy="14711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ptos"/>
              </a:rPr>
              <a:t>TEAM MEMBERS:</a:t>
            </a:r>
            <a:endParaRPr lang="en-IN" sz="2800" b="1" dirty="0">
              <a:solidFill>
                <a:srgbClr val="FFFFFF"/>
              </a:solidFill>
              <a:latin typeface="Aptos"/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 2620030450_Aslesha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 2620030519_Geethika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 2620030316_Sai Priya 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 2620030233_Bhavya Sarik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" y="4238642"/>
            <a:ext cx="73152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0" dirty="0">
                <a:solidFill>
                  <a:srgbClr val="BEDCE6"/>
                </a:solidFill>
                <a:latin typeface="Aptos"/>
              </a:rPr>
              <a:t>SECTION:</a:t>
            </a:r>
            <a:r>
              <a:rPr lang="en-IN" sz="3200" b="0" dirty="0">
                <a:solidFill>
                  <a:srgbClr val="BEDCE6"/>
                </a:solidFill>
                <a:latin typeface="Aptos"/>
              </a:rPr>
              <a:t>1</a:t>
            </a:r>
            <a:r>
              <a:rPr sz="3200" b="0" dirty="0">
                <a:solidFill>
                  <a:srgbClr val="BEDCE6"/>
                </a:solidFill>
                <a:latin typeface="Apto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69994"/>
                </a:solidFill>
                <a:latin typeface="Aptos"/>
              </a:rP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Introduction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731520" cy="54864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5E707E"/>
                </a:solidFill>
                <a:latin typeface="Aptos"/>
              </a:rPr>
              <a:t>02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CE534E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2263F"/>
                </a:solidFill>
                <a:latin typeface="Aptos"/>
              </a:rPr>
              <a:t>Manual monitoring can lead to water overflow, pump damage, and wasted electricity.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91640"/>
            <a:ext cx="21031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69994"/>
                </a:solidFill>
                <a:latin typeface="Aptos"/>
              </a:rPr>
              <a:t>OUR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502920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2263F"/>
                </a:solidFill>
                <a:latin typeface="Aptos"/>
              </a:rPr>
              <a:t>Use sensor signals and digital logic to decide when the pump should run or stop.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80390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1.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31089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Float sensors indicate low, target, and overflow levels.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3657600"/>
            <a:ext cx="64008" cy="1417320"/>
          </a:xfrm>
          <a:prstGeom prst="rect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80390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2.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1089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Logic evaluates sensor states and the pump-control condition.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57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3657600"/>
            <a:ext cx="64008" cy="1417320"/>
          </a:xfrm>
          <a:prstGeom prst="rect">
            <a:avLst/>
          </a:prstGeom>
          <a:solidFill>
            <a:srgbClr val="F4B53E"/>
          </a:solidFill>
          <a:ln>
            <a:solidFill>
              <a:srgbClr val="F4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380390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3.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160520"/>
            <a:ext cx="31089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The output controls the pump signal and can drive status LEDs.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5E707E"/>
                </a:solidFill>
                <a:latin typeface="Aptos"/>
              </a:rPr>
              <a:t>Goal: safer, more consistent water-level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69994"/>
                </a:solidFill>
                <a:latin typeface="Aptos"/>
              </a:rPr>
              <a:t>02 •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Sensors &amp; Pump-Control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731520" cy="54864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5E707E"/>
                </a:solidFill>
                <a:latin typeface="Aptos"/>
              </a:rP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097280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9222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Low-level sensor (Sₗ)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08960" cy="5029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Signals that the tank needs water.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097280"/>
          </a:xfrm>
          <a:prstGeom prst="rect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High-level sensor (Sₕ)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108960" cy="5029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Signals that the target fill level is reached.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64008" cy="1097280"/>
          </a:xfrm>
          <a:prstGeom prst="rect">
            <a:avLst/>
          </a:prstGeom>
          <a:solidFill>
            <a:srgbClr val="CE534E"/>
          </a:solidFill>
          <a:ln>
            <a:solidFill>
              <a:srgbClr val="CE5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792224"/>
            <a:ext cx="3108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Overflow sensor (Sₒ)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48840"/>
            <a:ext cx="3108960" cy="5029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Provides an emergency overflow cut-off.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69994"/>
                </a:solidFill>
                <a:latin typeface="Aptos"/>
              </a:rPr>
              <a:t>LOGIC GATES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2286000" cy="502920"/>
          </a:xfrm>
          <a:prstGeom prst="roundRect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20440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2331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5E707E"/>
                </a:solidFill>
                <a:latin typeface="Aptos"/>
              </a:rPr>
              <a:t>All required inputs are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429000"/>
            <a:ext cx="2286000" cy="502920"/>
          </a:xfrm>
          <a:prstGeom prst="round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79" y="3520440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041648"/>
            <a:ext cx="2331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5E707E"/>
                </a:solidFill>
                <a:latin typeface="Aptos"/>
              </a:rPr>
              <a:t>At least one input is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429000"/>
            <a:ext cx="2286000" cy="502920"/>
          </a:xfrm>
          <a:prstGeom prst="roundRect">
            <a:avLst/>
          </a:prstGeom>
          <a:solidFill>
            <a:srgbClr val="F4B53E"/>
          </a:solidFill>
          <a:ln>
            <a:solidFill>
              <a:srgbClr val="F4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3520440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041648"/>
            <a:ext cx="2331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5E707E"/>
                </a:solidFill>
                <a:latin typeface="Aptos"/>
              </a:rPr>
              <a:t>Reverses 0 and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3246120"/>
            <a:ext cx="2560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96528" y="3429000"/>
            <a:ext cx="2240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12263F"/>
                </a:solidFill>
                <a:latin typeface="Aptos"/>
              </a:rPr>
              <a:t>Pump output (P)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3794760"/>
            <a:ext cx="2240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5E707E"/>
                </a:solidFill>
                <a:latin typeface="Aptos"/>
              </a:rPr>
              <a:t>ON = run pump   •   OFF = 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4297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E707E"/>
                </a:solidFill>
                <a:latin typeface="Aptos"/>
              </a:rPr>
              <a:t>Control equation from the original PPT: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38928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12263F"/>
                </a:solidFill>
                <a:latin typeface="Aptos"/>
              </a:rPr>
              <a:t>P = (Sₗ′ AND NOT Sₒ) OR (Pₚᵣₑᵥ AND NOT Sₕ AND NOT Sₒ)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The previous pump state helps keep the pump running while filling; overflow forces a stop.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69994"/>
                </a:solidFill>
                <a:latin typeface="Aptos"/>
              </a:rPr>
              <a:t>03 • CIRCUIT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Logisim Circuit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731520" cy="54864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5E707E"/>
                </a:solidFill>
                <a:latin typeface="Aptos"/>
              </a:rPr>
              <a:t>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6629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7552" y="1965960"/>
            <a:ext cx="6035040" cy="3749039"/>
          </a:xfrm>
          <a:prstGeom prst="roundRect">
            <a:avLst/>
          </a:prstGeom>
          <a:solidFill>
            <a:srgbClr val="EDF6F9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2880360"/>
            <a:ext cx="621792" cy="621792"/>
          </a:xfrm>
          <a:prstGeom prst="ellipse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3008376"/>
            <a:ext cx="530352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2" y="3191256"/>
            <a:ext cx="841248" cy="0"/>
          </a:xfrm>
          <a:prstGeom prst="line">
            <a:avLst/>
          </a:prstGeom>
          <a:ln w="25400">
            <a:solidFill>
              <a:srgbClr val="5E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280160" y="3840480"/>
            <a:ext cx="621792" cy="621792"/>
          </a:xfrm>
          <a:prstGeom prst="ellipse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968496"/>
            <a:ext cx="530352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4151376"/>
            <a:ext cx="841248" cy="0"/>
          </a:xfrm>
          <a:prstGeom prst="line">
            <a:avLst/>
          </a:prstGeom>
          <a:ln w="25400">
            <a:solidFill>
              <a:srgbClr val="5E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280160" y="4800600"/>
            <a:ext cx="621792" cy="621792"/>
          </a:xfrm>
          <a:prstGeom prst="ellipse">
            <a:avLst/>
          </a:prstGeom>
          <a:solidFill>
            <a:srgbClr val="CE534E"/>
          </a:solidFill>
          <a:ln>
            <a:solidFill>
              <a:srgbClr val="CE5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928616"/>
            <a:ext cx="530352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01952" y="5111496"/>
            <a:ext cx="841248" cy="0"/>
          </a:xfrm>
          <a:prstGeom prst="line">
            <a:avLst/>
          </a:prstGeom>
          <a:ln w="25400">
            <a:solidFill>
              <a:srgbClr val="5E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3063240"/>
            <a:ext cx="1554480" cy="1691640"/>
          </a:xfrm>
          <a:prstGeom prst="roundRect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3566160"/>
            <a:ext cx="128016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LOGIC
GATES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0" y="3913632"/>
            <a:ext cx="594360" cy="0"/>
          </a:xfrm>
          <a:prstGeom prst="line">
            <a:avLst/>
          </a:prstGeom>
          <a:ln w="25400">
            <a:solidFill>
              <a:srgbClr val="5E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92040" y="3520440"/>
            <a:ext cx="1417320" cy="822960"/>
          </a:xfrm>
          <a:prstGeom prst="round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3657600"/>
            <a:ext cx="123444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PUMP
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06440"/>
            <a:ext cx="5852160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 dirty="0">
                <a:solidFill>
                  <a:srgbClr val="CE534E"/>
                </a:solidFill>
                <a:latin typeface="Apto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737360"/>
            <a:ext cx="1828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69994"/>
                </a:solidFill>
                <a:latin typeface="Aptos"/>
              </a:rPr>
              <a:t>DEMO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148840"/>
            <a:ext cx="3657600" cy="2560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53443"/>
                </a:solidFill>
                <a:latin typeface="Aptos"/>
              </a:defRPr>
            </a:pPr>
            <a:r>
              <a:t>•  Toggle the sensor inputs.</a:t>
            </a:r>
          </a:p>
          <a:p>
            <a:pPr>
              <a:spcAft>
                <a:spcPts val="1200"/>
              </a:spcAft>
              <a:defRPr sz="1500">
                <a:solidFill>
                  <a:srgbClr val="253443"/>
                </a:solidFill>
                <a:latin typeface="Aptos"/>
              </a:defRPr>
            </a:pPr>
            <a:r>
              <a:t>•  Observe the logic-gate outputs.</a:t>
            </a:r>
          </a:p>
          <a:p>
            <a:pPr>
              <a:spcAft>
                <a:spcPts val="1200"/>
              </a:spcAft>
              <a:defRPr sz="1500">
                <a:solidFill>
                  <a:srgbClr val="253443"/>
                </a:solidFill>
                <a:latin typeface="Aptos"/>
              </a:defRPr>
            </a:pPr>
            <a:r>
              <a:t>•  Check whether pump output is ON or OFF.</a:t>
            </a:r>
          </a:p>
          <a:p>
            <a:pPr>
              <a:spcAft>
                <a:spcPts val="1200"/>
              </a:spcAft>
              <a:defRPr sz="1500">
                <a:solidFill>
                  <a:srgbClr val="253443"/>
                </a:solidFill>
                <a:latin typeface="Aptos"/>
              </a:defRPr>
            </a:pPr>
            <a:r>
              <a:t>•  Show the overflow cut-off condition.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5074920"/>
            <a:ext cx="3566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5230368"/>
            <a:ext cx="3200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12263F"/>
                </a:solidFill>
                <a:latin typeface="Aptos"/>
              </a:rPr>
              <a:t>Keep the input labels consistent across the circuit and PPT.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A1DE717-CEB8-3443-1DCA-7B0B2314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057400"/>
            <a:ext cx="6007608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69994"/>
                </a:solidFill>
                <a:latin typeface="Aptos"/>
              </a:rPr>
              <a:t>04 •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Simulation Results &amp; Truth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731520" cy="54864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5E707E"/>
                </a:solidFill>
                <a:latin typeface="Aptos"/>
              </a:rPr>
              <a:t>05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5E707E"/>
                </a:solidFill>
                <a:latin typeface="Aptos"/>
              </a:rPr>
              <a:t>Use outputs from your tested Logisim circuit. This table is a template for all three sensor inputs.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6235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Sₗ</a:t>
                      </a:r>
                    </a:p>
                  </a:txBody>
                  <a:tcPr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Sₕ</a:t>
                      </a:r>
                    </a:p>
                  </a:txBody>
                  <a:tcPr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Sₒ</a:t>
                      </a:r>
                    </a:p>
                  </a:txBody>
                  <a:tcPr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Pump P</a:t>
                      </a:r>
                    </a:p>
                  </a:txBody>
                  <a:tcPr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53443"/>
                          </a:solidFill>
                          <a:latin typeface="Aptos"/>
                        </a:rPr>
                        <a:t>Test in Logisim</a:t>
                      </a:r>
                    </a:p>
                  </a:txBody>
                  <a:tcPr>
                    <a:solidFill>
                      <a:srgbClr val="E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2103120"/>
            <a:ext cx="4617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2377440"/>
            <a:ext cx="402336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69994"/>
                </a:solidFill>
                <a:latin typeface="Aptos"/>
              </a:rPr>
              <a:t>SIMULATION SCREENSHOTS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246120"/>
            <a:ext cx="3703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1">
                <a:solidFill>
                  <a:srgbClr val="5E707E"/>
                </a:solidFill>
                <a:latin typeface="Aptos"/>
              </a:rPr>
              <a:t>Insert screenshot: pump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572000"/>
            <a:ext cx="37947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5E707E"/>
                </a:solidFill>
                <a:latin typeface="Aptos"/>
              </a:rPr>
              <a:t>Insert screenshot: pump OFF / overflow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5E0680-7F17-BE53-2596-66B4FD845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57400"/>
            <a:ext cx="4762500" cy="3768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>
                <a:solidFill>
                  <a:srgbClr val="169994"/>
                </a:solidFill>
                <a:latin typeface="Aptos"/>
              </a:rPr>
              <a:t>05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>
                <a:solidFill>
                  <a:srgbClr val="12263F"/>
                </a:solidFill>
                <a:latin typeface="Aptos"/>
              </a:rPr>
              <a:t>Conclusion &amp;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731520" cy="54864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1">
                <a:solidFill>
                  <a:srgbClr val="5E707E"/>
                </a:solidFill>
                <a:latin typeface="Aptos"/>
              </a:rPr>
              <a:t>06 /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3891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169994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212080" cy="265176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53443"/>
                </a:solidFill>
                <a:latin typeface="Aptos"/>
              </a:defRPr>
            </a:pPr>
            <a:r>
              <a:t>•  Sensors provide water-level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253443"/>
                </a:solidFill>
                <a:latin typeface="Aptos"/>
              </a:defRPr>
            </a:pPr>
            <a:r>
              <a:t>•  Digital logic evaluates input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253443"/>
                </a:solidFill>
                <a:latin typeface="Aptos"/>
              </a:defRPr>
            </a:pPr>
            <a:r>
              <a:t>•  The pump output follows the control decision.</a:t>
            </a:r>
          </a:p>
          <a:p>
            <a:pPr>
              <a:spcAft>
                <a:spcPts val="1200"/>
              </a:spcAft>
              <a:defRPr sz="1600">
                <a:solidFill>
                  <a:srgbClr val="253443"/>
                </a:solidFill>
                <a:latin typeface="Aptos"/>
              </a:defRPr>
            </a:pPr>
            <a:r>
              <a:t>•  An overflow signal provides an emergency cut-off.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3291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2069A0"/>
                </a:solidFill>
                <a:latin typeface="Aptos"/>
              </a:rPr>
              <a:t>WHERE IT CAN BE 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64008" cy="1051560"/>
          </a:xfrm>
          <a:prstGeom prst="rect">
            <a:avLst/>
          </a:prstGeom>
          <a:solidFill>
            <a:srgbClr val="169994"/>
          </a:solidFill>
          <a:ln>
            <a:solidFill>
              <a:srgbClr val="169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249424"/>
            <a:ext cx="1920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Homes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39"/>
            <a:ext cx="1920240" cy="457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Household water tanks.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10312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0" y="2103120"/>
            <a:ext cx="64008" cy="1051560"/>
          </a:xfrm>
          <a:prstGeom prst="rect">
            <a:avLst/>
          </a:prstGeom>
          <a:solidFill>
            <a:srgbClr val="2069A0"/>
          </a:solidFill>
          <a:ln>
            <a:solidFill>
              <a:srgbClr val="20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59" y="2249424"/>
            <a:ext cx="1920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Buildings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606039"/>
            <a:ext cx="1920240" cy="457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Storage tanks and utilities.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2900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429000"/>
            <a:ext cx="64008" cy="1051560"/>
          </a:xfrm>
          <a:prstGeom prst="rect">
            <a:avLst/>
          </a:prstGeom>
          <a:solidFill>
            <a:srgbClr val="F4B53E"/>
          </a:solidFill>
          <a:ln>
            <a:solidFill>
              <a:srgbClr val="F4B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575304"/>
            <a:ext cx="1920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1920240" cy="457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Schools and campuses.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42900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3429000"/>
            <a:ext cx="64008" cy="1051560"/>
          </a:xfrm>
          <a:prstGeom prst="rect">
            <a:avLst/>
          </a:prstGeom>
          <a:solidFill>
            <a:srgbClr val="CE534E"/>
          </a:solidFill>
          <a:ln>
            <a:solidFill>
              <a:srgbClr val="CE5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59" y="3575304"/>
            <a:ext cx="1920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2263F"/>
                </a:solidFill>
                <a:latin typeface="Aptos"/>
              </a:rPr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3931920"/>
            <a:ext cx="1920240" cy="457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5E707E"/>
                </a:solidFill>
                <a:latin typeface="Aptos"/>
              </a:rPr>
              <a:t>IoT monitoring and edge AI.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74920"/>
            <a:ext cx="10515600" cy="658368"/>
          </a:xfrm>
          <a:prstGeom prst="roundRect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10149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Outcome: a digital-logic design for more automatic and safer water-level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1">
                <a:solidFill>
                  <a:srgbClr val="169994"/>
                </a:solidFill>
                <a:latin typeface="Aptos"/>
              </a:rP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520</Words>
  <Application>Microsoft Office PowerPoint</Application>
  <PresentationFormat>Widescreen</PresentationFormat>
  <Paragraphs>122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GEETHIKA YASAM</cp:lastModifiedBy>
  <cp:revision>1</cp:revision>
  <dcterms:created xsi:type="dcterms:W3CDTF">2013-01-27T09:14:16Z</dcterms:created>
  <dcterms:modified xsi:type="dcterms:W3CDTF">2026-10-15T07:11:42Z</dcterms:modified>
  <cp:category/>
</cp:coreProperties>
</file>